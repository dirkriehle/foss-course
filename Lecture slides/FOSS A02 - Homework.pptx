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80a3d02d7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180a3d02d7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6403961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6403961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a15ddc2f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a15ddc2f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a15ddc2f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a15ddc2f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a15ddc2f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a15ddc2f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a15ddc2f0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a15ddc2f0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a15ddc2f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a15ddc2f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157d98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f157d98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157d98d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157d98d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s.gle/mC3HYP2FgUnUuSMSA" TargetMode="External"/><Relationship Id="rId4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ms.gle/khdL9MEkhsQaNZWH8" TargetMode="External"/><Relationship Id="rId4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orms.gle/Dvkg8FZqnLJS2q9k6" TargetMode="External"/><Relationship Id="rId4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orms.gle/Qcje2aB8xFVnsrUb7" TargetMode="External"/><Relationship Id="rId4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FOSS A02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Providing a Product to Customers in Industry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providing a product to customers in </a:t>
            </a:r>
            <a:r>
              <a:rPr lang="en"/>
              <a:t>industry</a:t>
            </a:r>
            <a:r>
              <a:rPr lang="en"/>
              <a:t>, you need to …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Know the open source components inside and tell your customers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Make sure that the open source licenses agree with your business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Provide complete and correct legal notices from open source components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Managing </a:t>
            </a:r>
            <a:r>
              <a:rPr lang="en"/>
              <a:t>the security risks of the included open source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are the four homework exercises of this course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will be four exercises with unequal weighting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Creation of an SBOM for an open source component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Determination of a resulting license for the component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Creation of open source legal notices for the component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Provision of a security risk assessment of the component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Miss more than one exercise and you fail the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submissions are due when the next section starts</a:t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Overview</a:t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1 / SBOM Creation</a:t>
            </a:r>
            <a:endParaRPr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be assigned a GitHub repository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 this is a proprietary product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task is to </a:t>
            </a:r>
            <a:r>
              <a:rPr lang="en"/>
              <a:t>create an SBOM for the product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determine a</a:t>
            </a:r>
            <a:r>
              <a:rPr lang="en"/>
              <a:t>ll standalone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choose your tools; we don’t provide nor recommend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homework submission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your SBOM to Moodle in SPDX 2.3 or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 the questions in this form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https://forms.gle/mC3HYP2FgUnUuSMSA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should look at the form in advance</a:t>
            </a:r>
            <a:endParaRPr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2 / Governance</a:t>
            </a:r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be assigned a GitHub repository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 this is a proprietary product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task is to create an SBOM for the product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determine all the licenses of the first-level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choose your tools; we don’t provide nor recommend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homework submission,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your SBOM to Moodle in SPDX 2.3 or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 the questions in this form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https://forms.gle/khdL9MEkhsQaNZWH8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should look at the form in advance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be assigned an open source project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 you will distribute the project as a binary for pay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task is to create the legal notices for the project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first create an SBOM and then a legal notices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choose your tools; we don’t provide nor recommend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homework submission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the legal notices file in text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your SBOM to Moodle in SPDX 2.3 or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 the questions in this form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https://forms.gle/Dvkg8FZqnLJS2q9k6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should look at the form in advance</a:t>
            </a:r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3 / Legal Notices</a:t>
            </a:r>
            <a:endParaRPr/>
          </a:p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4 / Risk Assessment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be assigned a GitHub repository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 that this is a dependency to a product you are selling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task is to perform a CRA-compliant risk assessment of the component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choose your tools; we don’t provide nor recommend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submission, answer the questions in this form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https://forms.gle/Qcje2aB8xFVnsrUb7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should look at the form in advance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License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Copyright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